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334" r:id="rId2"/>
    <p:sldId id="265" r:id="rId3"/>
    <p:sldId id="258" r:id="rId4"/>
    <p:sldId id="259" r:id="rId5"/>
    <p:sldId id="260" r:id="rId6"/>
    <p:sldId id="349" r:id="rId7"/>
    <p:sldId id="348" r:id="rId8"/>
    <p:sldId id="338" r:id="rId9"/>
    <p:sldId id="261" r:id="rId10"/>
    <p:sldId id="343" r:id="rId11"/>
    <p:sldId id="263" r:id="rId12"/>
    <p:sldId id="344" r:id="rId13"/>
    <p:sldId id="347" r:id="rId14"/>
    <p:sldId id="270" r:id="rId15"/>
    <p:sldId id="271" r:id="rId16"/>
    <p:sldId id="264" r:id="rId17"/>
    <p:sldId id="333" r:id="rId18"/>
    <p:sldId id="308" r:id="rId19"/>
    <p:sldId id="309" r:id="rId20"/>
    <p:sldId id="336" r:id="rId21"/>
    <p:sldId id="339" r:id="rId22"/>
    <p:sldId id="340" r:id="rId23"/>
    <p:sldId id="3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941E"/>
    <a:srgbClr val="2C2255"/>
    <a:srgbClr val="FF9900"/>
    <a:srgbClr val="F6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316" autoAdjust="0"/>
  </p:normalViewPr>
  <p:slideViewPr>
    <p:cSldViewPr snapToGrid="0">
      <p:cViewPr>
        <p:scale>
          <a:sx n="300" d="100"/>
          <a:sy n="300" d="100"/>
        </p:scale>
        <p:origin x="-14323" y="-18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3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877B5-DBE6-3F46-B290-E941D6ED0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D97D8-1881-94D9-5C3F-017AAD3BC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D83FF-B319-E078-A02D-D484E56B2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9EC34-11B5-9226-36CB-9EDDE40E0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16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AE448-34E0-46DC-9FDB-1B326907CA84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593FE-CF93-4F9B-AC56-75BC55C6F32F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9679-8FFF-4A98-A10B-7B9208840F9A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6605E-1528-4FCA-84AE-4988E530378F}" type="datetime1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67F88-E15A-423E-8C0E-ED81B2AD200B}" type="datetime1">
              <a:rPr lang="en-US" smtClean="0"/>
              <a:t>9/27/2025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7AEE9-0B70-4E11-9251-71473506E641}" type="datetime1">
              <a:rPr lang="en-US" smtClean="0"/>
              <a:t>9/27/2025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A6C2F-4429-4DEF-9F7B-968D133361D9}" type="datetime1">
              <a:rPr lang="en-US" smtClean="0"/>
              <a:t>9/27/2025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7DD99-E1A7-4CEB-A5F5-1115ADD4759D}" type="datetime1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C830-A156-4095-8DF1-654325C78F63}" type="datetime1">
              <a:rPr lang="en-US" smtClean="0"/>
              <a:t>9/27/2025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0C9A0-71EB-4C46-BFAE-DCF0AF3A0EC8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3F7C9-88A6-4437-8948-DF2F3F9B25C1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3568D0-A24C-431A-888C-8829CA6D36F6}" type="datetime1">
              <a:rPr lang="en-US" smtClean="0"/>
              <a:t>9/27/2025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90B6-0667-0702-98CB-3F59DB561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8BB24-7855-E523-8133-360E0662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DE60E9-30C9-8C4B-7FA3-64A247631702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0EE34D-975E-93CD-57CD-7C8076449D3B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BF92E0-EFB8-CC61-9CCC-14775E91AC8D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7568BD-C56D-8F7B-1C76-BA7CF8A2709A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4280C52-6178-113E-8062-B33F3BC12785}"/>
              </a:ext>
            </a:extLst>
          </p:cNvPr>
          <p:cNvGraphicFramePr>
            <a:graphicFrameLocks noGrp="1"/>
          </p:cNvGraphicFramePr>
          <p:nvPr/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2430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3469650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HashSet&lt;&gt;(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5589FC3-72A7-E0AE-7908-D283DC361C5D}"/>
              </a:ext>
            </a:extLst>
          </p:cNvPr>
          <p:cNvGraphicFramePr>
            <a:graphicFrameLocks noGrp="1"/>
          </p:cNvGraphicFramePr>
          <p:nvPr/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2614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79467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A62EB326-A1CC-3F70-3387-229CA7125CDE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D9F9071-8F59-5CC9-B5DB-12963D3B16D4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80D213-724F-2252-1314-BF176C7C8F9E}"/>
              </a:ext>
            </a:extLst>
          </p:cNvPr>
          <p:cNvSpPr/>
          <p:nvPr/>
        </p:nvSpPr>
        <p:spPr>
          <a:xfrm>
            <a:off x="5199373" y="1239934"/>
            <a:ext cx="1793254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1235CCB-890F-42AA-3B47-5A51683A625C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11F28A-C79D-029D-FE04-A477E9D91E9F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CE8453F-24E6-0DF4-E2AC-4B45AAD212FD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B4B6569C-FBD8-4402-3A7F-30D5F46CE1D0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5FA79BAF-0A55-B427-FC5A-5D046BA0258F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12DA848-C6D3-FBE2-0169-BBB99D7F1A01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6EE611B0-890B-C492-9390-B15884DECB3E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576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9853E-7839-D887-1C2A-D24B07D3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C4B6-4478-A74D-210A-D9CE9FF42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ED3636-499F-38AE-530C-1CB3854F8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84827B-D3BF-B9DC-A0AC-E3F53F2F913E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771E80-3764-7E52-FFAF-C24D515794ED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9997FA-CCE1-18EE-E455-93CA7652B7A9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E386F-B7B1-DCF9-0709-4D7A514B50C2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A7495635-7E97-97CD-0E4E-4D814ADDE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775478"/>
              </p:ext>
            </p:extLst>
          </p:nvPr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1889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214312">
                  <a:extLst>
                    <a:ext uri="{9D8B030D-6E8A-4147-A177-3AD203B41FA5}">
                      <a16:colId xmlns:a16="http://schemas.microsoft.com/office/drawing/2014/main" val="1191194110"/>
                    </a:ext>
                  </a:extLst>
                </a:gridCol>
                <a:gridCol w="3275879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ArrayList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239A8D97-FE28-7570-A56D-D7B1069A0A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361740"/>
              </p:ext>
            </p:extLst>
          </p:nvPr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4747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07334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2A3057DF-4A2F-9016-72AB-E1086E1FC4E7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AF6F63C-7E7E-DE85-6DDB-97CD9D3C4181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6803B-9BA2-6777-E3EE-576E169CD592}"/>
              </a:ext>
            </a:extLst>
          </p:cNvPr>
          <p:cNvSpPr/>
          <p:nvPr/>
        </p:nvSpPr>
        <p:spPr>
          <a:xfrm>
            <a:off x="5141119" y="1239934"/>
            <a:ext cx="1909762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List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C50DB08-F138-D440-00EF-ED7D284AF7CA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92366FC-3468-A36B-3C68-933D79F6C99C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AEFA2C4-83FF-65AC-A449-2913E2D5B582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793EA71D-1835-59A2-65A3-2F458AA6D11C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8E487A91-B8AB-4D07-A88C-032B3087F382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E06CAD2-DEA5-2D1B-FE01-AC7E9527D80A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7C78BBAF-C083-832D-12F8-8507D14D4CF4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279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F4B80A-B43E-B858-17CD-6AC98AC2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Word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Count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0DC2-21BE-4AD1-9CAC-C0FC0352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4C2B61-954C-6F4D-53C7-F5A60D4BA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44955"/>
            <a:ext cx="7334250" cy="4581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36F6E-5CE7-B6E0-80BD-E758EE97526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2888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– more features with less waste</a:t>
            </a:r>
          </a:p>
          <a:p>
            <a:r>
              <a:rPr lang="en-US" dirty="0"/>
              <a:t>Intention revealing code – easy to write, easy to read!</a:t>
            </a:r>
          </a:p>
          <a:p>
            <a:r>
              <a:rPr lang="en-US" dirty="0"/>
              <a:t>Many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4ADB1-F041-31C0-CBCF-0B1C18D1E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000AFC-9060-C264-9B3C-36DCB1F81D46}"/>
              </a:ext>
            </a:extLst>
          </p:cNvPr>
          <p:cNvGrpSpPr/>
          <p:nvPr/>
        </p:nvGrpSpPr>
        <p:grpSpPr>
          <a:xfrm>
            <a:off x="9195438" y="1051560"/>
            <a:ext cx="2158362" cy="2158362"/>
            <a:chOff x="9195438" y="1051560"/>
            <a:chExt cx="2158362" cy="21583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3350572-C203-D6AA-E140-206241D1B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95438" y="1051560"/>
              <a:ext cx="2158362" cy="215836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16E0A4-743D-7099-2DC5-34DE0044E83B}"/>
                </a:ext>
              </a:extLst>
            </p:cNvPr>
            <p:cNvSpPr/>
            <p:nvPr/>
          </p:nvSpPr>
          <p:spPr>
            <a:xfrm>
              <a:off x="9427528" y="128169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400F7D-A022-93E4-7160-1AE33D99231A}"/>
                </a:ext>
              </a:extLst>
            </p:cNvPr>
            <p:cNvSpPr/>
            <p:nvPr/>
          </p:nvSpPr>
          <p:spPr>
            <a:xfrm>
              <a:off x="10943908" y="128169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B37440-1233-BC71-5B31-05C4B68B6F0E}"/>
                </a:ext>
              </a:extLst>
            </p:cNvPr>
            <p:cNvSpPr/>
            <p:nvPr/>
          </p:nvSpPr>
          <p:spPr>
            <a:xfrm>
              <a:off x="9427528" y="280061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1298</Words>
  <Application>Microsoft Office PowerPoint</Application>
  <PresentationFormat>Widescreen</PresentationFormat>
  <Paragraphs>399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D2CodingLigature Nerd Font</vt:lpstr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Evolving from JDK to EC Factories and Types</vt:lpstr>
      <vt:lpstr>Evolving from JDK to EC Factories and Types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Word  Count Map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28</cp:revision>
  <dcterms:created xsi:type="dcterms:W3CDTF">2025-09-21T17:56:41Z</dcterms:created>
  <dcterms:modified xsi:type="dcterms:W3CDTF">2025-09-27T19:53:53Z</dcterms:modified>
</cp:coreProperties>
</file>